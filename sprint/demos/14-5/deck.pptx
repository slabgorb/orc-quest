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/>
            </a:pPr>
            <a:r>
              <a:t>Story 14-5</a:t>
            </a:r>
          </a:p>
          <a:p>
            <a:pPr>
              <a:defRPr sz="2000"/>
            </a:pPr>
            <a:r>
              <a:t>Character generation back button — allow editing choices before final submit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**Problem:** When creating a character in SideQuest, players had no way to go back and change their choices. Once you picked a name, selected a trait, or chose an archetype, you were locked in — the only escape was abandoning the whole process and starting over. **Why it matters:** Character creation is the first impression the game makes. If a player mis-taps a choice or changes their mind, being forced to restart from scratch is frustrating and erodes confidence in the product before the game even begins.</a:t>
            </a:r>
            <a:br/>
            <a:br/>
            <a:r>
              <a:t>---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What We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Think of it like filling out a paper form that now has an "Edit" button before you hit Submit.</a:t>
            </a:r>
            <a:br/>
            <a:br/>
            <a:r>
              <a:t>Before this change, character creation was a one-way street — each screen moved forward only. There was no way to reconsider.</a:t>
            </a:r>
            <a:br/>
            <a:br/>
            <a:r>
              <a:t>Now, before a player finalizes their character, they land on a **Review screen** that shows all of their choices in one place. From that screen, they can hit a **Back button** to return to any earlier step and change something. Only when they're satisfied do they confirm and create the character.</a:t>
            </a:r>
            <a:br/>
            <a:br/>
            <a:r>
              <a:t>The player experience is:</a:t>
            </a:r>
            <a:br/>
            <a:r>
              <a:t>1. Walk through the character creation steps as before</a:t>
            </a:r>
            <a:br/>
            <a:r>
              <a:t>2. Arrive at a new Review screen showing everything — name, traits, archetype, all of it</a:t>
            </a:r>
            <a:br/>
            <a:r>
              <a:t>3. If something looks wrong, press **Back** and fix it</a:t>
            </a:r>
            <a:br/>
            <a:r>
              <a:t>4. When it all looks right, press **Create Character** to confirm</a:t>
            </a:r>
            <a:br/>
            <a:br/>
            <a:r>
              <a:t>---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Why This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The simplest reliable solution: add a review step at the end of the flow with a clear back path, rather than trying to insert back-navigation into every individual step.</a:t>
            </a:r>
            <a:br/>
            <a:br/>
            <a:r>
              <a:t>This keeps the forward flow intact (no changes to how each step works), adds a single safe "escape hatch" before the point of no return, and makes the review state explicit so there's no ambiguity about what the player is about to commit to.</a:t>
            </a:r>
            <a:br/>
            <a:br/>
            <a:r>
              <a:t>The engineering challenge was making sure the review screen reflects the player's actual current choices — not a stale snapshot from an earlier moment. The fix also eliminated a brief bug where the back button appeared twice (once too many), which was cleaned up before shipping.</a:t>
            </a:r>
            <a:br/>
            <a:br/>
            <a:r>
              <a:t>---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28600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/>
            </a:pPr>
            <a:r>
              <a:t>Questions?</a:t>
            </a:r>
          </a:p>
          <a:p>
            <a:pPr>
              <a:defRPr sz="1800"/>
            </a:pPr>
            <a:r>
              <a:t>Next steps and call to action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