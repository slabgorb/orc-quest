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19-4</a:t>
            </a:r>
          </a:p>
          <a:p>
            <a:pPr>
              <a:defRPr sz="2000"/>
            </a:pPr>
            <a:r>
              <a:t>MAP_UPDATE for room graph — send discovered rooms with exits to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MAP_UPDATE for room graph — send discovered rooms with exits to UI. Why it matters: users needed a better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We implemented: MAP_UPDATE for room graph — send discovered rooms with exits to UI.</a:t>
            </a:r>
            <a:br/>
            <a:r>
              <a:t>This delivers the following capabilities:</a:t>
            </a:r>
            <a:br/>
            <a:r>
              <a:t>  - ExploredLocation includes exits, room_type, size fields</a:t>
            </a:r>
            <a:br/>
            <a:r>
              <a:t>  - MAP_UPDATE only includes discovered rooms</a:t>
            </a:r>
            <a:br/>
            <a:r>
              <a:t>  - Current room flagged in payload</a:t>
            </a:r>
            <a:br/>
            <a:r>
              <a:t>  - Protocol types updated in sidequest-protocol</a:t>
            </a:r>
            <a:br/>
            <a:r>
              <a:t>  - {'Test': 'discover 3 rooms, verify MAP_UPDATE contains exactly 3 with correct exits'}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This approach prioritizes user experience and accessibility.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