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2-9</a:t>
            </a:r>
          </a:p>
          <a:p>
            <a:pPr>
              <a:defRPr sz="2000"/>
            </a:pPr>
            <a:r>
              <a:t>End-to-end integration — UI connects to API, full turn cycle, narration renders in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Problem: End-to-end integration — UI connects to API, full turn cycle, narration renders in client. Why it matters: users needed a better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We implemented: End-to-end integration — UI connects to API, full turn cycle, narration renders in client.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This approach prioritizes user experience and accessibility.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