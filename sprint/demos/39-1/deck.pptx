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39-1</a:t>
            </a:r>
          </a:p>
          <a:p>
            <a:pPr>
              <a:defRPr sz="2000"/>
            </a:pPr>
            <a:r>
              <a:t>Extract threshold helper + EdgePool type — refactor mint_threshold_lore/detect_crossings to shared sidequest-game/src/thresholds.rs; define EdgePool struct (current/max/base_max/recovery_triggers/thresholds); unit tests; no wiring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Threshold logic (the rules that decide when a character's health, stamina, or other resource crosses a meaningful boundary) was duplicated and scattered across unrelated parts of the codebase. Why it matters: Duplicated logic means bugs get fixed in one place but not the other, and adding new resource types requires hunting down every copy — a slow, error-prone process that compounds as the game grows.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this: imagine the recipe for "how to know when a gas tank is dangerously low" was written out by hand inside both the car's dashboard code *and* the fuel pump code. If the threshold changed from 10% to 15%, you'd have to remember to update both places.</a:t>
            </a:r>
            <a:br/>
            <a:br/>
            <a:r>
              <a:t>This refactor pulls that recipe into one shared file — `thresholds.rs` — and introduces a new data structure called `EdgePool` that cleanly describes any game resource: its current value, its maximum, its baseline maximum, what triggers recovery, and where the warning thresholds sit. Now every part of the engine reads from that single source of truth.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Rust rewards this pattern: define the shape of data once, write the logic that operates on it once, and let the compiler enforce that every consumer uses it correctly. The `EdgePool` struct is the canonical contract for "a resource that has thresholds." By isolating it in `sidequest-game/src/thresholds.rs` with its own unit tests, we get:</a:t>
            </a:r>
            <a:br/>
            <a:br/>
            <a:r>
              <a:t>- **Compile-time safety** — any new resource type that doesn't satisfy the contract fails to build, not fails at runtime</a:t>
            </a:r>
            <a:br/>
            <a:r>
              <a:t>- **Single point of change** — future threshold tuning (e.g., adding "bloodied" states) touches one file</a:t>
            </a:r>
            <a:br/>
            <a:r>
              <a:t>- **Testability without the engine** — the logic runs without spinning up a game session</a:t>
            </a:r>
            <a:br/>
            <a:br/>
            <a:r>
              <a:t>This is the standard "extract module" refactor — no new behavior, just better organization.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Dimension | Before | After |</a:t>
            </a:r>
            <a:br/>
            <a:r>
              <a:t>|---|---|---|</a:t>
            </a:r>
            <a:br/>
            <a:r>
              <a:t>| **Location of threshold logic** | Scattered: `mint_threshold_lore` in one module, `detect_crossings` in another | Single file: `sidequest-game/src/thresholds.rs` |</a:t>
            </a:r>
            <a:br/>
            <a:r>
              <a:t>| **Resource representation** | Ad-hoc fields, no shared type | `EdgePool` struct with `current`, `max`, `base_max`, `recovery_triggers`, `thresholds` |</a:t>
            </a:r>
            <a:br/>
            <a:r>
              <a:t>| **Test coverage** | Tests coupled to the larger module | Isolated unit tests on the threshold functions alone |</a:t>
            </a:r>
            <a:br/>
            <a:r>
              <a:t>| **Adding a new resource type** | Find all threshold sites, copy pattern, hope nothing was missed | Implement `EdgePool`, tests run, compiler confirms correctness |</a:t>
            </a:r>
            <a:br/>
            <a:r>
              <a:t>| **Risk of drift** | High — two copies diverge silently | None — one canonical definition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