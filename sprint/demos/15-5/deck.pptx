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15-5</a:t>
            </a:r>
          </a:p>
          <a:p>
            <a:pPr>
              <a:defRPr sz="2000"/>
            </a:pPr>
            <a:r>
              <a:t>Daemon client typed API — wire or remove stub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The daemon communication layer had misleading "stub" labels on fully-implemented code, creating developer confusion about what was production-ready. **Why it matters:** When code is labeled "stub," engineers treat it as incomplete — they route around it, duplicate it, or hesitate to rely on it. This produces the very dead code it warned about, and slows down future work on the media pipeline.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Imagine a set of filing cabinet drawers that had "EMPTY — DO NOT USE" labels on them, but were actually full of important documents that the whole office was already using. This story removed those misleading labels.</a:t>
            </a:r>
            <a:br/>
            <a:br/>
            <a:r>
              <a:t>The SideQuest daemon handles media generation — images, voices, audio. The Rust API talks to it through a typed communication layer (think: a well-organized messenger with official forms). Someone had labeled three sections of those forms "stubs — fill in later," even though they were fully filled in and actively processing real game traffic.</a:t>
            </a:r>
            <a:br/>
            <a:br/>
            <a:r>
              <a:t>The fix: removed the three misleading labels, modernized two minor test style issues that the code linter flagged, and confirmed with a full data-flow trace that every form, every field, and every result type is wired end-to-end. 659 tests pass.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choice was: wire what's missing, or remove what's dead. Investigation revealed a third option — nothing was missing and nothing was dead. The "stubs" were already real. The lowest-risk, highest-value action was to correct the labels and leave the working code alone.</a:t>
            </a:r>
            <a:br/>
            <a:br/>
            <a:r>
              <a:t>Changing working code to match a misleading comment's implication would have introduced real risk for zero gain. Deleting working code would have broken the pipeline. Comment cleanup with verification was the correct call — fast, safe, and accurate.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