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2-5</a:t>
            </a:r>
          </a:p>
          <a:p>
            <a:pPr>
              <a:defRPr sz="2000"/>
            </a:pPr>
            <a:r>
              <a:t>Orchestrator turn loop — intent routing, agent dispatch, response streaming, state patch, broadcast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Orchestrator turn loop — intent routing, agent dispatch, response streaming, state patch, broadcast. Why it matters: a defect was impacting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Orchestrator turn loop — intent routing, agent dispatch, response streaming, state patch, broadcast.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addresses the root cause rather than symptoms.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Before: The system exhibited incorrect behavior that affected users.</a:t>
            </a:r>
            <a:br/>
            <a:r>
              <a:t>After: Orchestrator turn loop — intent routing, agent dispatch, response streaming, state patch, broadcast — the issue has been resolved and verified with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