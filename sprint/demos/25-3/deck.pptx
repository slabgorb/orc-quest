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25-3</a:t>
            </a:r>
          </a:p>
          <a:p>
            <a:pPr>
              <a:defRPr sz="2000"/>
            </a:pPr>
            <a:r>
              <a:t>Refactor OverlayManager to SettingsOverlay — strip non-settings logic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**Problem:** The `OverlayManager` component was responsible for too many things at once — it managed the settings panel *and* all the game data panels (character sheet, inventory, map, journal, knowledge). **Why it matters:** A component that does too many jobs becomes a liability. It's harder to test, harder to change, and harder to hand off. Any time you touched the settings overlay, you had to understand — and risk breaking — the character sheet logic, and vice versa.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Think of `OverlayManager` like a Swiss Army knife that someone kept using as a hammer. It worked, but it wasn't the right tool.</a:t>
            </a:r>
            <a:br/>
            <a:br/>
            <a:r>
              <a:t>We replaced it with a purpose-built component called `SettingsOverlay`. It does exactly one thing: shows and hides the Settings panel. It handles the keyboard shortcut (Escape to close), the click-to-dismiss backdrop, and nothing else.</a:t>
            </a:r>
            <a:br/>
            <a:br/>
            <a:r>
              <a:t>The character sheet, inventory, map, and journal panels — which were being funneled through `OverlayManager` for no good reason — were never actually the settings overlay's job. That data now flows directly where it belongs.</a:t>
            </a:r>
            <a:br/>
            <a:br/>
            <a:r>
              <a:t>**Before:** 5 data props + settings props + overlay state all piped through one component.</a:t>
            </a:r>
            <a:br/>
            <a:r>
              <a:t>**After:** 3 focused props (open, toggle, close) + settings content. Clean interface.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Single responsibility. Every well-designed component does one job well and hands off everything else. `OverlayManager` had accumulated responsibilities that weren't related to each other — it was a coordination point that created invisible coupling. If you wanted to change how the map panel worked, you were inside a component that also owned keyboard handling for settings. That's a maintenance trap.</a:t>
            </a:r>
            <a:br/>
            <a:br/>
            <a:r>
              <a:t>The rename is also intentional signal: the *name* `OverlayManager` implied it owned all overlays. `SettingsOverlay` says exactly what it is. Future contributors won't misuse it by piling more responsibilities in.</a:t>
            </a:r>
            <a:br/>
            <a:br/>
            <a:r>
              <a:t>The keyboard handling (Escape key, modifier key bypass, input field focus detection) is now local to the component that needs it — not mixed in with game data routing.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Before /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| | Before | After |</a:t>
            </a:r>
            <a:br/>
            <a:r>
              <a:t>|---|---|---|</a:t>
            </a:r>
            <a:br/>
            <a:r>
              <a:t>| **Component name** | `OverlayManager` | `SettingsOverlay` |</a:t>
            </a:r>
            <a:br/>
            <a:r>
              <a:t>| **Props at call site** | 8 (`characterData`, `inventoryData`, `mapData`, `journalEntries`, `knowledgeEntries`, `settingsProps`, `activeOverlay`, `onOverlayChange`) | 4 (`settingsProps`, `isOpen`, `onToggle`, `onClose`) |</a:t>
            </a:r>
            <a:br/>
            <a:r>
              <a:t>| **Settings-related props** | 1 of 8 | 4 of 4 |</a:t>
            </a:r>
            <a:br/>
            <a:r>
              <a:t>| **Keyboard handling** | Inside a multi-purpose routing component | Local to the settings overlay that needs it |</a:t>
            </a:r>
            <a:br/>
            <a:r>
              <a:t>| **`OverlayType` location** | Defined in `OverlayManager` | Moved to `useSlashCommands` (where it belongs) |</a:t>
            </a:r>
            <a:br/>
            <a:r>
              <a:t>| **Test coverage** | Mixed with unrelated concerns | 28 focused tests, 6 acceptance criteria |</a:t>
            </a:r>
            <a:br/>
            <a:r>
              <a:t>| **Blast radius of a settings change** | Touches component that also owns game data routing | Touches only `SettingsOverlay`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